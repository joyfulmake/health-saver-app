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Segoe UI"/>
              </a:rPr>
              <a:t>FLOURISH  ·  PERSONAL GROWTH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Segoe UI"/>
              </a:rPr>
              <a:t>Honest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Segoe UI"/>
              </a:rPr>
              <a:t>Better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4612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Segoe UI"/>
              </a:rPr>
              <a:t>A personal growth app that surfaces your finance drains, attention leaks, and
nature misalignment — automatically from 3-tap daily logs.
No account needed. No data on our servers.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480560"/>
            <a:ext cx="2432304" cy="256032"/>
          </a:xfrm>
          <a:prstGeom prst="rect">
            <a:avLst/>
          </a:prstGeom>
          <a:solidFill>
            <a:srgbClr val="1A0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507992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  Free tier — full offline  </a:t>
            </a:r>
          </a:p>
        </p:txBody>
      </p:sp>
      <p:sp>
        <p:nvSpPr>
          <p:cNvPr id="8" name="Rectangle 7"/>
          <p:cNvSpPr/>
          <p:nvPr/>
        </p:nvSpPr>
        <p:spPr>
          <a:xfrm>
            <a:off x="5650992" y="4480560"/>
            <a:ext cx="2043684" cy="256032"/>
          </a:xfrm>
          <a:prstGeom prst="rect">
            <a:avLst/>
          </a:prstGeom>
          <a:solidFill>
            <a:srgbClr val="0B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2" y="4507992"/>
            <a:ext cx="20436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  Pro — ₹100 one-time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4404" y="4480560"/>
            <a:ext cx="2432304" cy="256032"/>
          </a:xfrm>
          <a:prstGeom prst="rect">
            <a:avLst/>
          </a:prstGeom>
          <a:solidFill>
            <a:srgbClr val="12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5844" y="4507992"/>
            <a:ext cx="2432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  Know yourself in 3 words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Segoe UI"/>
              </a:rPr>
              <a:t>flourish.is-a.dev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Segoe UI"/>
              </a:rPr>
              <a:t>FREE  ·  ALWAYS  ·  NO ACCOUNT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Everything you need, offline.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566160" cy="14173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3-tap Quick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49424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Activity · Direction · Nature score. Log in under 20 seconds. Finance entry optional.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508760"/>
            <a:ext cx="3566160" cy="1417320"/>
          </a:xfrm>
          <a:prstGeom prst="rect">
            <a:avLst/>
          </a:prstGeom>
          <a:solidFill>
            <a:srgbClr val="091D0E"/>
          </a:solidFill>
          <a:ln w="9525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99339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Dashboard + Streaks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249424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Balance radar, habit streaks, category drills. All derived from your own entries.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508760"/>
            <a:ext cx="3566160" cy="14173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199339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Insights + Habit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49424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Finance drains, attention leaks, learning gaps surface automatically from your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3566160" cy="1417320"/>
          </a:xfrm>
          <a:prstGeom prst="rect">
            <a:avLst/>
          </a:prstGeom>
          <a:solidFill>
            <a:srgbClr val="091222"/>
          </a:solidFill>
          <a:ln w="9525">
            <a:solidFill>
              <a:srgbClr val="1A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236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57016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Weekly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1304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Local review with score, biggest win, watch-list, and one clear focus for next week.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3072384"/>
            <a:ext cx="3566160" cy="1417320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3236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3557016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Nature + Circadian Clock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81304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Live 24-hour clock, nature tickers, Vedic alignment guide. Real-time period awareness.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0144" y="3072384"/>
            <a:ext cx="3566160" cy="1417320"/>
          </a:xfrm>
          <a:prstGeom prst="rect">
            <a:avLst/>
          </a:prstGeom>
          <a:solidFill>
            <a:srgbClr val="1A1205"/>
          </a:solidFill>
          <a:ln w="9525">
            <a:solidFill>
              <a:srgbClr val="B07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3236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557016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Backup &amp; 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81304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One-tap portable code holds all entries. Paste on any device. No account, no expiry.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Segoe UI"/>
              </a:rPr>
              <a:t>PRO  ·  ₹100 ONE-TIME  ·  ≈ $1.20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Segoe UI"/>
              </a:rPr>
              <a:t>Two features that remove the last friction.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03520" cy="2240280"/>
          </a:xfrm>
          <a:prstGeom prst="rect">
            <a:avLst/>
          </a:prstGeom>
          <a:solidFill>
            <a:srgbClr val="140828"/>
          </a:solidFill>
          <a:ln w="9525">
            <a:solidFill>
              <a:srgbClr val="5C2A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67712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Voice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51760"/>
            <a:ext cx="49011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Segoe UI"/>
              </a:rPr>
              <a:t>Speak your entry anywhere in the app.
Transcribed instantly — no audio stored.
Active throughout, not just in log entry.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63040"/>
            <a:ext cx="5303520" cy="2240280"/>
          </a:xfrm>
          <a:prstGeom prst="rect">
            <a:avLst/>
          </a:prstGeom>
          <a:solidFill>
            <a:srgbClr val="051A0D"/>
          </a:solidFill>
          <a:ln w="9525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"/>
              </a:rPr>
              <a:t>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67712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Cross-device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51760"/>
            <a:ext cx="49011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Segoe UI"/>
              </a:rPr>
              <a:t>Entries sync to your own Google account —
not ours. You own your cloud. We just merge.
Sign in once, data follows everywhere.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3566160" cy="1170432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05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32511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Monthly 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58114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Dark card — narrative sentence, 4 metric tiles, peak day, dominant mode, friction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3840480"/>
            <a:ext cx="3566160" cy="1170432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4005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32511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Rhythm DNA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458114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Day-of-week bar chart. Bar height = avg hrs. Color = directed %. Strongest day highlighted.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3840480"/>
            <a:ext cx="3566160" cy="1170432"/>
          </a:xfrm>
          <a:prstGeom prst="rect">
            <a:avLst/>
          </a:prstGeom>
          <a:solidFill>
            <a:srgbClr val="1A1A1A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4005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4325112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Early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58114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Habit coaching letters, accountability partner, and more as they ship to Pro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Segoe UI"/>
              </a:rPr>
              <a:t>HOW TO GET PRO  ·  PAY ONCE  ·  UNLOCK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Pay ₹100. Verify email. Done.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3108960" cy="2194560"/>
          </a:xfrm>
          <a:prstGeom prst="rect">
            <a:avLst/>
          </a:prstGeom>
          <a:solidFill>
            <a:srgbClr val="0A0A14"/>
          </a:solidFill>
          <a:ln w="9525">
            <a:solidFill>
              <a:srgbClr val="2E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₹100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Segoe UI"/>
              </a:rPr>
              <a:t>one-time  ·  ≈ $1.20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FF"/>
                </a:solidFill>
                <a:latin typeface="Segoe UI"/>
              </a:rPr>
              <a:t>GPay  ·  PhonePe  ·  Any UPI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9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Segoe UI"/>
              </a:rPr>
              <a:t>One-time · No subscription · No auto-renewal
Digital access · Non-refundable once code issued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 Settings → Get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Tap the "Get Pro — ₹100" button in Account &amp; Sync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075688"/>
            <a:ext cx="7223760" cy="0"/>
          </a:xfrm>
          <a:prstGeom prst="line">
            <a:avLst/>
          </a:prstGeom>
          <a:ln w="635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359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5915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Enter email + agree to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3347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Your email receives the activation code. One-time, no renewals.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3017520"/>
            <a:ext cx="7223760" cy="0"/>
          </a:xfrm>
          <a:prstGeom prst="line">
            <a:avLst/>
          </a:prstGeom>
          <a:ln w="635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4840" y="33009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00984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Pay via GPay / PhonePe / UPI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7530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Razorpay secure checkout. Any UPI method accepted.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34840" y="3959352"/>
            <a:ext cx="7223760" cy="0"/>
          </a:xfrm>
          <a:prstGeom prst="line">
            <a:avLst/>
          </a:prstGeom>
          <a:ln w="635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34840" y="42428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242816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Enter OTP from your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51713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6-digit code sent instantly. Enter it to verify and activate.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34840" y="4901184"/>
            <a:ext cx="7223760" cy="0"/>
          </a:xfrm>
          <a:prstGeom prst="line">
            <a:avLst/>
          </a:prstGeom>
          <a:ln w="635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34840" y="5184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184648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 active — voice + sync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45896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Segoe UI"/>
              </a:rPr>
              <a:t>Status saved to device. No re-login unless you clear app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  <a:latin typeface="Segoe UI"/>
              </a:rPr>
              <a:t>PRIVACY  ·  YOUR DATA  ·  YOUR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Your data never leaves your hands.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Segoe UI"/>
              </a:rPr>
              <a:t>Flourish collects nothing. Stores nothing on its own servers. Processes everything locally.
Your entries live on your device — or your own Google account when Pro sync is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32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🔒 No server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6824" y="2286000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2532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📵 Works fully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2286000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532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🧾 No ads, no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36976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8386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☁️ Your cloud = your Google 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3236976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348386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🎤 Audio never recorded or 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3236976"/>
            <a:ext cx="3520440" cy="804672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48386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💳 Payments via Razorpay (PCI-DSS)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074920"/>
            <a:ext cx="8531352" cy="1170432"/>
          </a:xfrm>
          <a:prstGeom prst="rect">
            <a:avLst/>
          </a:prstGeom>
          <a:solidFill>
            <a:srgbClr val="090916"/>
          </a:solidFill>
          <a:ln w="9525">
            <a:solidFill>
              <a:srgbClr val="2E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230368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"Log. Reflect. Shift."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692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Segoe UI"/>
              </a:rPr>
              <a:t>Three words. Every entry moves you closer to knowing yourself honestly.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